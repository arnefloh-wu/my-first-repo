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Masterarbeitsthemen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C8"/>
                </a:solidFill>
                <a:latin typeface="Calibri"/>
              </a:rPr>
              <a:t>Betreute Abschlussarbeiten · Ausschreibung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solidFill>
            <a:srgbClr val="323250"/>
          </a:solidFill>
          <a:ln w="6350">
            <a:solidFill>
              <a:srgbClr val="64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547"/>
                </a:solidFill>
                <a:latin typeface="Calibri"/>
              </a:rPr>
              <a:t>✦  Themen 1 &amp; 2 in Kooperation mit  NEOH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112745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411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DCDC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719072"/>
            <a:ext cx="1554480" cy="2011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7190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06400"/>
                </a:solidFill>
                <a:latin typeface="Calibri"/>
              </a:rPr>
              <a:t>WERBEWIRKUNGSFORSCHUNG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9384"/>
            <a:ext cx="1058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Werbewirkungsmessung einer NEOH TV-Kampagne auf dem deutschen Markt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57984"/>
            <a:ext cx="10588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A80"/>
                </a:solidFill>
                <a:latin typeface="Calibri"/>
              </a:rPr>
              <a:t>Empirische Analyse der Werbewirkung einer NEOH Fernsehwerbekampagne in Deutschland — inkl. Messung von Bekanntheit, Einstellungsänderung und Kaufabsicht anhand geeigneter Wirkungsmodelle und Methoden der Marktforschung.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96312"/>
            <a:ext cx="112745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411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DCDC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587752"/>
            <a:ext cx="1554480" cy="2011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5877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06400"/>
                </a:solidFill>
                <a:latin typeface="Calibri"/>
              </a:rPr>
              <a:t>MARKETING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98064"/>
            <a:ext cx="1058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Marketing Mix Modelling für NEOH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26664"/>
            <a:ext cx="10588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A80"/>
                </a:solidFill>
                <a:latin typeface="Calibri"/>
              </a:rPr>
              <a:t>Entwicklung und Anwendung eines Marketing Mix Models zur quantitativen Analyse der Treiber von Absatz und Umsatz bei NEOH — inkl. Dekomposition des Mediamix, ROI-Messung einzelner Kanäle, Handlungsempfehlungen für die Budgetallokation sowie Länderbudgetallokation.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64992"/>
            <a:ext cx="112745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74720"/>
            <a:ext cx="411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DCDC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456432"/>
            <a:ext cx="1554480" cy="20116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34564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6FA8"/>
                </a:solidFill>
                <a:latin typeface="Calibri"/>
              </a:rPr>
              <a:t>AI &amp; 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666744"/>
            <a:ext cx="1058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Artificial Intelligence in (International) Marketing &amp; 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95344"/>
            <a:ext cx="10588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A80"/>
                </a:solidFill>
                <a:latin typeface="Calibri"/>
              </a:rPr>
              <a:t>Empirische Untersuchung des Einsatzes und der Wirkung von KI-Technologien im Marketing und internationalen Geschäftsumfeld — z. B. Personalisierung, Automatisierung, generative KI oder KI-gestützte Entscheidungsprozesse.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112745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343400"/>
            <a:ext cx="411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DCDC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325112"/>
            <a:ext cx="1554480" cy="201168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3251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E7E46"/>
                </a:solidFill>
                <a:latin typeface="Calibri"/>
              </a:rPr>
              <a:t>BRAND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535424"/>
            <a:ext cx="1058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How Small Brands Grow (Internationally)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64024"/>
            <a:ext cx="10588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A80"/>
                </a:solidFill>
                <a:latin typeface="Calibri"/>
              </a:rPr>
              <a:t>Empirische Analyse der Wachstumsstrategien kleiner Marken im nationalen und internationalen Kontext — unter Berücksichtigung von Markenbekanntheit, Distributionsaufbau, Positionierung und den Gesetzmäßigkeiten des empirischen Marketings (z. B. Ehrenberg-Bass).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02352"/>
            <a:ext cx="112745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212080"/>
            <a:ext cx="411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DCDC"/>
                </a:solidFill>
                <a:latin typeface="Calibri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193792"/>
            <a:ext cx="1554480" cy="201168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51937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3FA0"/>
                </a:solidFill>
                <a:latin typeface="Calibri"/>
              </a:rPr>
              <a:t>REPLIKATION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04104"/>
            <a:ext cx="1058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Replikationsstudien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632704"/>
            <a:ext cx="10588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A80"/>
                </a:solidFill>
                <a:latin typeface="Calibri"/>
              </a:rPr>
              <a:t>Empirische Replikation bestehender Studien aus dem Bereich Marketing oder internationales Business — zur Überprüfung der Generalisierbarkeit von Befunden in neuen Kontexten, Märkten oder Zeiträumen.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62472"/>
            <a:ext cx="11274552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108192"/>
            <a:ext cx="11274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6A8"/>
                </a:solidFill>
                <a:latin typeface="Calibri"/>
              </a:rPr>
              <a:t>ALLGEMEINE HINWEISE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263640"/>
            <a:ext cx="112745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✦  Es werden nur empirische Arbeiten betreut (qualitativ oder quantitativ).    ✦  Die Arbeiten können auf Deutsch oder Englisch verfasst werden.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647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Calibri"/>
              </a:rPr>
              <a:t>Kooperationspartner: NEOH GmbH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66476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Stand: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